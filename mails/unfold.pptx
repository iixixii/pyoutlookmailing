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452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8DD5DB-EF99-B873-FDAE-46D51A1D7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3DFFBC5-1F79-F905-DEDA-980C1E45AD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A7D40EE-BD26-DD18-DE2F-4E9B576E2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26980-31B8-4586-8982-5472FA640D10}" type="datetimeFigureOut">
              <a:rPr lang="fr-FR" smtClean="0"/>
              <a:t>26/08/2026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6A923F-E02D-72C8-E194-4AF73C495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C00830A-F677-3755-BF40-66364F306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D9CC9-E2C4-4318-9A98-A43957789A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4584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024FE7-4005-AEAB-2DB0-317D0AB4A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C1330C-0391-A70B-CB3B-399026A1F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0EFC3B-8512-6097-3A31-FF53483D7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26980-31B8-4586-8982-5472FA640D10}" type="datetimeFigureOut">
              <a:rPr lang="fr-FR" smtClean="0"/>
              <a:t>26/08/2026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A30648E-64B9-0CD9-6980-06E78DEE1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354121-A917-6DAC-DC50-071ECBF26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D9CC9-E2C4-4318-9A98-A43957789A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2676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DA08FD-B776-DF22-B8FB-3D9E77172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C4C3EAF-E06B-9A4E-2A42-EC4988781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A803F5-6FA9-FAC2-C682-1BC961CB6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26980-31B8-4586-8982-5472FA640D10}" type="datetimeFigureOut">
              <a:rPr lang="fr-FR" smtClean="0"/>
              <a:t>26/08/2026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138813E-9F54-9BDD-2CD5-E2FCE0CAA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83AA7A-1751-EA2A-8E86-4769E3027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D9CC9-E2C4-4318-9A98-A43957789A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2100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B270B4-80C0-A25C-04D2-D2A77507C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652A9E-E8C1-9AFD-2133-6285566362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62F01C4-C9A1-E846-2777-302968C19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3A3321C-2B55-CA79-14AA-53F8E11E1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26980-31B8-4586-8982-5472FA640D10}" type="datetimeFigureOut">
              <a:rPr lang="fr-FR" smtClean="0"/>
              <a:t>26/08/2026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B0D8E68-691C-FCB9-7F92-8462BA823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E6D920A-356A-8A6F-2532-4F5405E71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D9CC9-E2C4-4318-9A98-A43957789A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9931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A92BA6-6040-3294-A0A8-84756AF67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A0B9CE2-1796-79CC-7C9C-7C9495009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47F1B6F-E3AF-C26F-F389-988BF7F05C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637D3C8-5114-3084-F083-3A4004159C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7E03F13-1E97-5922-D3AB-B186F6962C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37325BC-A604-EE71-1EFC-945E100EB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26980-31B8-4586-8982-5472FA640D10}" type="datetimeFigureOut">
              <a:rPr lang="fr-FR" smtClean="0"/>
              <a:t>26/08/2026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69FA95E-6AF6-9C72-76CA-DD94AC871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AD3E150-043E-2DB1-19FE-5978EDFEA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D9CC9-E2C4-4318-9A98-A43957789A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709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956344-C93A-5F10-DB37-F5B9DB032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BAC5823-5073-E30D-0523-AE65E5214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26980-31B8-4586-8982-5472FA640D10}" type="datetimeFigureOut">
              <a:rPr lang="fr-FR" smtClean="0"/>
              <a:t>26/08/2026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CB99E8B-CA5F-E5B9-59C5-D821A5B36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F88E5BB-EF96-E699-93F8-B7A014114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D9CC9-E2C4-4318-9A98-A43957789A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7498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5B7D5F0-E0CF-A876-9B70-4460665B0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26980-31B8-4586-8982-5472FA640D10}" type="datetimeFigureOut">
              <a:rPr lang="fr-FR" smtClean="0"/>
              <a:t>26/08/2026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90257D5-FF37-A22A-C109-8825154C0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21AB674-B2C2-1C01-3E2A-D33AE11C4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D9CC9-E2C4-4318-9A98-A43957789A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9855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DC7E8E-4B79-68AB-E820-1884B3CB9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7CB337C-43FF-2AF1-7865-4E2B79B94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5DFEF6F-6644-7060-E02D-2A83FE585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CB2562C-3E2A-4AF4-C47E-5AAC5E0DB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26980-31B8-4586-8982-5472FA640D10}" type="datetimeFigureOut">
              <a:rPr lang="fr-FR" smtClean="0"/>
              <a:t>26/08/2026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DF199F5-7192-41FF-B980-255873CCC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241D8CB-16E2-327C-FBD6-CC86EB5E6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D9CC9-E2C4-4318-9A98-A43957789A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0632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99E8EA-BC2E-0F37-DD0B-373CC177C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4976F9B-3304-74E5-E509-AAC13F03DB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F8654E2-B897-77DB-AE8D-31EE020C9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3768C50-8C3A-C199-F7E4-DB412CCB3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26980-31B8-4586-8982-5472FA640D10}" type="datetimeFigureOut">
              <a:rPr lang="fr-FR" smtClean="0"/>
              <a:t>26/08/2026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06B5A08-8932-2E1C-6A70-95C884329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69CC730-7EA9-17D2-C0AA-FBA7F96A3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D9CC9-E2C4-4318-9A98-A43957789A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8752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2164A1-C5AF-CFFA-B2BD-3A3D44E03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C8D09CA-B1CD-5F14-9C03-F13CE1040C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AAE17D-3D91-553F-5A6F-416DD6190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26980-31B8-4586-8982-5472FA640D10}" type="datetimeFigureOut">
              <a:rPr lang="fr-FR" smtClean="0"/>
              <a:t>26/08/2026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8BCE66-2EDD-982C-172D-3F3CB5E31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7A8ADE8-9559-61F3-BB01-12466C3E0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D9CC9-E2C4-4318-9A98-A43957789A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37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54B2D1C-9B1A-2B9A-7120-0D16B4C270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BBD91B2-3802-1912-0843-EF138C8D3C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DFF73A4-9DB5-335D-A4CA-C5EE3DC37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26980-31B8-4586-8982-5472FA640D10}" type="datetimeFigureOut">
              <a:rPr lang="fr-FR" smtClean="0"/>
              <a:t>26/08/2026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508692-CDDA-8174-BA75-AD8E46E41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812B21-0CDF-5F41-3DFA-90DA5EA83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D9CC9-E2C4-4318-9A98-A43957789A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9728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57DBDB0-3DA5-C10A-9F56-B5CD63284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5C71603-D9E2-7983-B2F1-1B45C006F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83CDB55-0DB6-EFA7-82B1-20BE21A13A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526980-31B8-4586-8982-5472FA640D10}" type="datetimeFigureOut">
              <a:rPr lang="fr-FR" smtClean="0"/>
              <a:t>26/08/2026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8BE89CE-6672-BFF6-16C9-1CBEE3E8C3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8B2D94-5D25-24B7-1583-91EAFCD27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CD9CC9-E2C4-4318-9A98-A43957789A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6502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E100F71-00BD-20AF-8993-52C7F41FA9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08569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AEF5B35-5129-4CD5-8DA2-A73E0E95BB5E}"/>
              </a:ext>
            </a:extLst>
          </p:cNvPr>
          <p:cNvSpPr/>
          <p:nvPr/>
        </p:nvSpPr>
        <p:spPr>
          <a:xfrm>
            <a:off x="0" y="1066800"/>
            <a:ext cx="12192000" cy="5791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458F39C-AFFA-71D6-52F2-035D6D1804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55"/>
          <a:stretch/>
        </p:blipFill>
        <p:spPr>
          <a:xfrm>
            <a:off x="2664011" y="170153"/>
            <a:ext cx="6863977" cy="287269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7C09615-B6FB-77F5-8C78-A0655C916301}"/>
              </a:ext>
            </a:extLst>
          </p:cNvPr>
          <p:cNvSpPr/>
          <p:nvPr/>
        </p:nvSpPr>
        <p:spPr>
          <a:xfrm>
            <a:off x="-1" y="2359881"/>
            <a:ext cx="12192000" cy="682967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54000">
                <a:srgbClr val="000000">
                  <a:alpha val="42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899600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Florent Tournois</dc:creator>
  <cp:lastModifiedBy>Florent Tournois</cp:lastModifiedBy>
  <cp:revision>1</cp:revision>
  <dcterms:created xsi:type="dcterms:W3CDTF">2026-08-26T09:34:53Z</dcterms:created>
  <dcterms:modified xsi:type="dcterms:W3CDTF">2026-08-26T09:43:56Z</dcterms:modified>
</cp:coreProperties>
</file>