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60" d="100"/>
          <a:sy n="60" d="100"/>
        </p:scale>
        <p:origin x="66" y="7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34B27A-A5EB-88D7-A0D5-4CAA0D675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0257DC0-0A1E-32C6-7ACD-068FFDBFA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D94C5B-8CD3-CAB8-5E6F-20AE8361C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D3E0-07D0-4D18-919F-3A3B61536A5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1607CE-1567-FBDD-642D-C94D48846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C27552-316C-76DA-51EA-942403B0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5DF3E-38B4-496B-B5B3-AC17CDF057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817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0CEB29-E09B-255B-D2ED-E0D8595CC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F2948E-0F9C-555A-6F2D-3215424D9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7A2726-BEA9-69AB-D9D6-1CA11840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D3E0-07D0-4D18-919F-3A3B61536A5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ED2896-9B51-4B18-99AF-D8F6753AF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1F8737-947D-E13C-E473-6BCD70ED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5DF3E-38B4-496B-B5B3-AC17CDF057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697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8076BB-C48C-CFB4-8803-C4EB160F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F1B5E6-B801-FA7B-93C6-3D79ED001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B3A29C-01B0-05C6-D381-B4DDB733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D3E0-07D0-4D18-919F-3A3B61536A5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66F60F-00D1-0968-D027-61E0DB797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D2B75C-0045-11EB-4EE3-EF5F66A04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5DF3E-38B4-496B-B5B3-AC17CDF057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38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58C913-7672-E2C2-DB09-F5A835BB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3002B1-73CD-35FF-DA02-7E3BA2CD5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CA8D13B-38AC-EDB1-582F-BF744F3CB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D0496B-8D05-450B-0BF0-8550EAC14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D3E0-07D0-4D18-919F-3A3B61536A5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8CDF0F-5DD6-CF8C-0ABF-B265CFFD8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274227-1C18-9FDB-50EC-8AFF822E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5DF3E-38B4-496B-B5B3-AC17CDF057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8083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93C3BC-4394-76F8-4785-0BA6754B4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E8314A-FC87-AC2D-DCD2-8E73F9B81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6DFB900-FF1B-2F9E-6D98-20663DE4C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7CADDA9-0B73-5E0F-1A06-D4E193D79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E9BB225-B7A7-3809-B430-E4DBE8812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65C65E1-A609-7DD2-C205-4604E1E80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D3E0-07D0-4D18-919F-3A3B61536A5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C1E3CD2-838A-0B11-3D5F-0D206276D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7709C4-EFA9-AEFC-AF6F-27767AC2C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5DF3E-38B4-496B-B5B3-AC17CDF057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787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0AFBCB-ABF1-BCF0-BC01-E67118929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DA80235-AAD5-76A4-63A7-B4FAF0341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D3E0-07D0-4D18-919F-3A3B61536A5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C408D81-DB6F-5DE5-B2CD-827E7D99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BFAAE3D-3F0C-18D1-BFAB-334F52E80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5DF3E-38B4-496B-B5B3-AC17CDF057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472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E0F020C-3D03-36F0-0404-28B3C872B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D3E0-07D0-4D18-919F-3A3B61536A5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040FB94-8AA9-5F15-7813-FDB5AB8F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C903E2-0AF6-CD80-2948-C1AB70DC4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5DF3E-38B4-496B-B5B3-AC17CDF057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748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78CB78-A9C3-1323-F6A4-79D424F13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EDE023-2338-EBBB-2C9E-C1B5317A3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0203D1E-2A44-A720-6B29-42180DD5C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9117C8-CD1E-C31F-F870-52EC6EFC8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D3E0-07D0-4D18-919F-3A3B61536A5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439286-98B1-2095-E32C-107877A2B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D47FF0-DFD6-FEEF-2F60-D4EAAE312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5DF3E-38B4-496B-B5B3-AC17CDF057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496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0B0BA-2114-8135-2580-51807248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0669D80-E6AF-40E5-89CB-F117F4B87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D614532-B0C9-39CC-211C-0B18552C7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4032B2-8397-EE91-D6C8-7DFA2792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D3E0-07D0-4D18-919F-3A3B61536A5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6406CF-4CF2-8D37-DCEA-D61ECD0A1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8DF763-03DE-CFDE-59C1-964E0827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5DF3E-38B4-496B-B5B3-AC17CDF057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508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1B957F-1C85-929C-498C-4FDB9473B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CDC14EC-EF62-3C42-EC29-914168B3D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1B12DA-908F-0E28-F34A-D89DA6DF0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D3E0-07D0-4D18-919F-3A3B61536A5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9B1333-DCC4-A61A-9C71-169E19F1F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52ADCC-61DA-F03A-738B-F9ED3A35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5DF3E-38B4-496B-B5B3-AC17CDF057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2079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45F17E3-630F-AAF7-0448-4D9A9DF33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1B3627B-6EFC-8488-3738-3A881F226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29F660-078A-87F0-C1FD-3B9517874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D3E0-07D0-4D18-919F-3A3B61536A5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6538DC-6745-F35C-6C27-1E47D225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8C943E-22B3-4D2D-6135-41E57801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5DF3E-38B4-496B-B5B3-AC17CDF057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39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A45C09C-ED35-47AA-582B-E4C0AA440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44EBF6-8257-7F65-4151-F09F045ED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D6B7ED-8E9D-74D0-6803-5CD2DCC7A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CD3E0-07D0-4D18-919F-3A3B61536A5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F2B35A-ECDC-466F-FD0C-551FE7BD1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D9901B-8363-B46F-B8A6-3647CB8EA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F5DF3E-38B4-496B-B5B3-AC17CDF057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9169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7580DE-B26D-2639-DB33-378348669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5245"/>
            <a:ext cx="12192000" cy="398069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7F5E98D-5987-F8BA-FAB5-95E4CA19E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327" y="1768043"/>
            <a:ext cx="3789704" cy="106492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45D2A43-4610-F131-FFF7-E4379BACEC4E}"/>
              </a:ext>
            </a:extLst>
          </p:cNvPr>
          <p:cNvSpPr txBox="1"/>
          <p:nvPr/>
        </p:nvSpPr>
        <p:spPr>
          <a:xfrm>
            <a:off x="5084825" y="2829262"/>
            <a:ext cx="3478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ircular Std Black" panose="020B0A04020101010102" pitchFamily="34" charset="0"/>
                <a:cs typeface="Circular Std Black" panose="020B0A04020101010102" pitchFamily="34" charset="0"/>
              </a:rPr>
              <a:t>2</a:t>
            </a:r>
            <a:r>
              <a:rPr lang="en-US" sz="2000" baseline="30000" dirty="0">
                <a:solidFill>
                  <a:schemeClr val="bg1"/>
                </a:solidFill>
                <a:latin typeface="Circular Std Black" panose="020B0A04020101010102" pitchFamily="34" charset="0"/>
                <a:cs typeface="Circular Std Black" panose="020B0A04020101010102" pitchFamily="34" charset="0"/>
              </a:rPr>
              <a:t>nd</a:t>
            </a:r>
            <a:r>
              <a:rPr lang="en-US" sz="2000" dirty="0">
                <a:solidFill>
                  <a:schemeClr val="bg1"/>
                </a:solidFill>
                <a:latin typeface="Circular Std Black" panose="020B0A04020101010102" pitchFamily="34" charset="0"/>
                <a:cs typeface="Circular Std Black" panose="020B0A04020101010102" pitchFamily="34" charset="0"/>
              </a:rPr>
              <a:t> Board of Beneficiaries</a:t>
            </a:r>
            <a:br>
              <a:rPr lang="en-US" sz="2000" dirty="0">
                <a:solidFill>
                  <a:schemeClr val="bg1"/>
                </a:solidFill>
                <a:latin typeface="Circular Std Black" panose="020B0A04020101010102" pitchFamily="34" charset="0"/>
                <a:cs typeface="Circular Std Black" panose="020B0A04020101010102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Circular Std Black" panose="020B0A04020101010102" pitchFamily="34" charset="0"/>
                <a:cs typeface="Circular Std Black" panose="020B0A04020101010102" pitchFamily="34" charset="0"/>
              </a:rPr>
              <a:t>5–6 October 2026, Milan</a:t>
            </a:r>
            <a:endParaRPr lang="fr-FR" sz="2000" dirty="0">
              <a:solidFill>
                <a:schemeClr val="bg1"/>
              </a:solidFill>
              <a:latin typeface="Circular Std Black" panose="020B0A04020101010102" pitchFamily="34" charset="0"/>
              <a:cs typeface="Circular Std Black" panose="020B0A04020101010102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9C3CCF-6100-AD43-A59A-AF47DE20DFC1}"/>
              </a:ext>
            </a:extLst>
          </p:cNvPr>
          <p:cNvSpPr/>
          <p:nvPr/>
        </p:nvSpPr>
        <p:spPr>
          <a:xfrm>
            <a:off x="0" y="4969042"/>
            <a:ext cx="12192000" cy="496900"/>
          </a:xfrm>
          <a:prstGeom prst="rect">
            <a:avLst/>
          </a:prstGeom>
          <a:gradFill flip="none" rotWithShape="1">
            <a:gsLst>
              <a:gs pos="0">
                <a:srgbClr val="00549D"/>
              </a:gs>
              <a:gs pos="57000">
                <a:srgbClr val="00549D">
                  <a:alpha val="22000"/>
                </a:srgbClr>
              </a:gs>
              <a:gs pos="100000">
                <a:srgbClr val="00549D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3A8A38-7C88-C942-4551-07144B0A04F9}"/>
              </a:ext>
            </a:extLst>
          </p:cNvPr>
          <p:cNvSpPr/>
          <p:nvPr/>
        </p:nvSpPr>
        <p:spPr>
          <a:xfrm rot="5400000">
            <a:off x="-1704101" y="3189347"/>
            <a:ext cx="3980696" cy="572493"/>
          </a:xfrm>
          <a:prstGeom prst="rect">
            <a:avLst/>
          </a:prstGeom>
          <a:gradFill flip="none" rotWithShape="1">
            <a:gsLst>
              <a:gs pos="0">
                <a:srgbClr val="00549D"/>
              </a:gs>
              <a:gs pos="57000">
                <a:srgbClr val="00549D">
                  <a:alpha val="25000"/>
                </a:srgbClr>
              </a:gs>
              <a:gs pos="100000">
                <a:srgbClr val="00549D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B8D122-29DC-306C-8D92-D16E818A46B6}"/>
              </a:ext>
            </a:extLst>
          </p:cNvPr>
          <p:cNvSpPr/>
          <p:nvPr/>
        </p:nvSpPr>
        <p:spPr>
          <a:xfrm rot="16200000">
            <a:off x="9915406" y="2969865"/>
            <a:ext cx="3980696" cy="572493"/>
          </a:xfrm>
          <a:prstGeom prst="rect">
            <a:avLst/>
          </a:prstGeom>
          <a:gradFill flip="none" rotWithShape="1">
            <a:gsLst>
              <a:gs pos="0">
                <a:srgbClr val="00549D"/>
              </a:gs>
              <a:gs pos="57000">
                <a:srgbClr val="00549D">
                  <a:alpha val="25000"/>
                </a:srgbClr>
              </a:gs>
              <a:gs pos="100000">
                <a:srgbClr val="00549D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50382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10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Circular Std Black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Florent Tournois</dc:creator>
  <cp:lastModifiedBy>Florent Tournois</cp:lastModifiedBy>
  <cp:revision>3</cp:revision>
  <dcterms:created xsi:type="dcterms:W3CDTF">2026-08-24T09:24:17Z</dcterms:created>
  <dcterms:modified xsi:type="dcterms:W3CDTF">2026-08-24T10:17:26Z</dcterms:modified>
</cp:coreProperties>
</file>